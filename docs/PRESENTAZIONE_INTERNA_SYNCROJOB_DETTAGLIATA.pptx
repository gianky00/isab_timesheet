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SyncroJob Enterprise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Piattaforma Interna di Automazione RPA &amp; Archiviazione Dati</a:t>
            </a:r>
          </a:p>
          <a:p/>
          <a:p>
            <a:r>
              <a:t>Ottimizzazione Avanzata dei Flussi Verso Portali ISAB</a:t>
            </a:r>
          </a:p>
        </p:txBody>
      </p:sp>
      <p:pic>
        <p:nvPicPr>
          <p:cNvPr id="4" name="Picture 3" descr="logo menu later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57200"/>
            <a:ext cx="1828800" cy="28361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della Presentazione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direttrici dello sviluppo interno di SyncroJob:</a:t>
            </a:r>
          </a:p>
          <a:p>
            <a:r>
              <a:t>1. Analisi del Problema Operativo Aziendale</a:t>
            </a:r>
          </a:p>
          <a:p>
            <a:r>
              <a:t>2. La Rivoluzione dei Bot e dell'Architettura RPA</a:t>
            </a:r>
          </a:p>
          <a:p>
            <a:r>
              <a:t>3. Focus: Flusso PDL Ottimizzato per la Contabilità</a:t>
            </a:r>
          </a:p>
          <a:p>
            <a:r>
              <a:t>4. Focus: Interazione Massiva con i Portali (Carico/Scarico)</a:t>
            </a:r>
          </a:p>
          <a:p>
            <a:r>
              <a:t>5. Il Data Warehouse: Audit e Conservazione Storica dei Dati</a:t>
            </a:r>
          </a:p>
          <a:p>
            <a:r>
              <a:t>6. Risultati Attesi: ROI, Performance e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Analisi del Problema Operativo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gestione quotidiana delle commesse industriali subiva forti colli di bottiglia causati da:</a:t>
            </a:r>
          </a:p>
          <a:p>
            <a:pPr lvl="1"/>
            <a:r>
              <a:t>Erosione del Tempo Lavoro: Interfaccia utente dei portali cliente (ISAB, SafeWork) non progettata per flussi batch, obbligando gli operatori a procedure 'click by click'.</a:t>
            </a:r>
          </a:p>
          <a:p>
            <a:pPr lvl="1"/>
            <a:r>
              <a:t>Mancanza di Centralizzazione: Informazioni di cantiere disperse in archivi frammentati (email, chat, cartelle locali disconnesse), con grave rischio di perdita del know-how aziendale.</a:t>
            </a:r>
          </a:p>
          <a:p>
            <a:pPr lvl="1"/>
            <a:r>
              <a:t>Alta Incidenza dell'Errore Umano: L'elevato volume di data-entry burocratico aumentava fisiologicamente il tasso di errore (es. errata collazione dei PDF), portando a scarti e ritardi nei flussi di fatturazione.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La Rivoluzione dei Bot (Architettura RPA)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 passaggio chiave: non più interazione umana diretta coi portali esterni, ma delega totale a sistemi software intelligenti (RPA).</a:t>
            </a:r>
          </a:p>
          <a:p>
            <a:pPr lvl="1"/>
            <a:r>
              <a:t>Operatività Invisibile: I Bot (script di automazione) replicano fedelmente il comportamento di un utente reale, navigando, compilando form e premendo pulsanti in background.</a:t>
            </a:r>
          </a:p>
          <a:p>
            <a:pPr lvl="1"/>
            <a:r>
              <a:t>Resilienza Architetturale: Di fronte a blocchi, timeout server o schermate di errore improvvise del portale target, il Bot non 'crasha' ma riprova l'azione in automatico garantendo la riuscita dell'operazione.</a:t>
            </a:r>
          </a:p>
          <a:p>
            <a:pPr lvl="1"/>
            <a:r>
              <a:t>Superamento Limiti Umani: Il Bot non conosce stanchezza, non soffre di cali di attenzione e lavora simultaneamente su decine di pratiche.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Focus: Ottimizzazione Flusso PDL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Risoluzione definitiva dello spreco di tempo per il Reparto Contabilità e Amministrativo:</a:t>
            </a:r>
          </a:p>
          <a:p>
            <a:pPr lvl="1"/>
            <a:r>
              <a:t>Scarico Automatico Mirato: SyncroJob naviga sul portale e scarica massivamente tutti i PDL (Permessi di Lavoro) della giornata o della commessa desiderata.</a:t>
            </a:r>
          </a:p>
          <a:p>
            <a:pPr lvl="1"/>
            <a:r>
              <a:t>Manipolazione Intelligente del PDF: Elimina drasticamente l'onere di aprire, splittare o cancellare pagine. Il sistema applica automaticamente il 'formato contabile'.</a:t>
            </a:r>
          </a:p>
          <a:p>
            <a:pPr lvl="1"/>
            <a:r>
              <a:t>Estrazione Dati Limpia: Vengono purgate tutte le pagine superflue o tecniche ininfluenti per la rendicontazione amministrativa, consegnando in stampa solo il set documentale essenziale per l'incasso.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Interazione Massiva sui Portali (Import/Export)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Dal concetto artigianale al concetto industriale applicato al flusso documentale:</a:t>
            </a:r>
          </a:p>
          <a:p>
            <a:pPr lvl="1"/>
            <a:r>
              <a:t>Export (Scarico Globale): Generazione aggregata con un singolo click settimanale in grado di prelevare tutti i Timesheet Excel/PDF di tutti gli appalti, nominandoli e smistandoli secondo le policy aziendali.</a:t>
            </a:r>
          </a:p>
          <a:p>
            <a:pPr lvl="1"/>
            <a:r>
              <a:t>Import (Caricamento Dati): Terminato il controllo interno aziendale, il Bot inietta attivamente i dati lavorati. Trova le singole righe di commessa sul portale e ne autorizza gli stati bypassando lentezze grafiche del client web.</a:t>
            </a:r>
          </a:p>
          <a:p>
            <a:pPr lvl="1"/>
            <a:r>
              <a:t>Azzeramento Asincronia: Permette all'azienda di pianificare batch di invio notturni o fuori orario, sfruttando al massimo i server quando sono meno congestionati.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Data Warehouse Locale &amp; Audit Storico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Tornare proprietari dei propri dati aziendali, svincolandosi dalla dipendenza dai server committenti:</a:t>
            </a:r>
          </a:p>
          <a:p>
            <a:pPr lvl="1"/>
            <a:r>
              <a:t>Magazzino Dati Sincronizzato: Ogni allegato scaricato genera una copia Master residente sui server della nostra infrastruttura locale, costantemente aggiornata e blindata.</a:t>
            </a:r>
          </a:p>
          <a:p>
            <a:pPr lvl="1"/>
            <a:r>
              <a:t>Audit Trail Immutabile: Il sistema registra chi usa l'app, a che ora ha avviato l'RPA, e che dati ha modificato. Crea un log cristallizzato vitale per ISO, trasparenza e debugging.</a:t>
            </a:r>
          </a:p>
          <a:p>
            <a:pPr lvl="1"/>
            <a:r>
              <a:t>Motore di Ricerca Interno: Trovare un permessino o un rendiconto di 6 mesi fa diventa un'operazione istantanea sul database interno, superando le croniche difficoltà di interrogazione storiche del portale committente.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Risultati e Ritorno sull'Investimento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Implementare SyncroJob porta alla ridefinizione dei paradigmi operativi interni:</a:t>
            </a:r>
          </a:p>
          <a:p>
            <a:pPr lvl="1"/>
            <a:r>
              <a:t>Riallocazione Risorse FTE: Centinaia di ore umane, prima bruciate in logoranti attività di click-by-click, sono ora reindirizzate verso il controllo di gestione e la risoluzione delle difformità di commessa.</a:t>
            </a:r>
          </a:p>
          <a:p>
            <a:pPr lvl="1"/>
            <a:r>
              <a:t>Riduzione Sfrondi Amministrativi: Il formato 'pulito' dei PDL e la rimozione automatica del superfluo abbassa clamorosamente i tempi di verifica tra bollettazione e ciclo passivo.</a:t>
            </a:r>
          </a:p>
          <a:p>
            <a:pPr lvl="1"/>
            <a:r>
              <a:t>Governance in Tempo Reale: La leadership aziendale non è più costretta ad attendere report settimanali assemblati a mano da file disparati; i dati sono centralizzati, pronti alla business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