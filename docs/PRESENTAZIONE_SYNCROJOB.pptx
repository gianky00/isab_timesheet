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Quante ore bruci ogni mese in lavori manuali sui portali?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• Ore infinite spese a cliccare, caricare documenti e inserire dati a mano.</a:t>
            </a:r>
          </a:p>
          <a:p>
            <a:r>
              <a:t>• Frustrazione quotidiana a causa di portali web lenti o che si bloccano.</a:t>
            </a:r>
          </a:p>
          <a:p>
            <a:r>
              <a:t>• L'ansia invisibile: basta una piccola distrazione per bloccare un pagamento.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 tuo team è composto da professionisti, non da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Costringere talenti a fare 'copia e incolla' uccide la motivazione.</a:t>
            </a:r>
          </a:p>
          <a:p>
            <a:r>
              <a:t>I dati vitali sono sparsi nel caos: e-mail, fogli di calcolo e cartelle infinite.</a:t>
            </a:r>
          </a:p>
          <a:p>
            <a:r>
              <a:t>Perché ti dovrebbe importare? Perché ogni giornata spesa in burocrazia è una giornata in cui la tua azienda smette di crescere.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SyncroJob: I tuoi assistenti digitali instancabili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Una squadra di 'Bot' che lavora da sola, 24 ore su 24.</a:t>
            </a:r>
          </a:p>
          <a:p>
            <a:r>
              <a:t>Naviga nei portali, sposta e organizza documenti in totale autonomia.</a:t>
            </a:r>
          </a:p>
          <a:p>
            <a:r>
              <a:t>Tu decidi solo l'obiettivo. Al lavoro su tastiera e mouse ci pensa SyncroJob.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Inserisci il Pilota Automatico per la tua azienda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Autorizzazioni, presenze e documenti elaborati in massa istantaneamente.</a:t>
            </a:r>
          </a:p>
          <a:p>
            <a:r>
              <a:t>Addio inserimento manuale: i bot compilano i moduli per te.</a:t>
            </a:r>
          </a:p>
          <a:p>
            <a:r>
              <a:t>Il lavoro che teneva occupato l'ufficio per giorni, ora si risolve da solo mentre prendi il caffè.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Una memoria di ferro, sicura come una cassaforte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Ogni attività e documento salvato in un caveau digitale blindato.</a:t>
            </a:r>
          </a:p>
          <a:p>
            <a:r>
              <a:t>Vuoi sapere cosa è successo un anno fa? Trovi il documento esatto con un clic.</a:t>
            </a:r>
          </a:p>
          <a:p>
            <a:r>
              <a:t>Sparisce il terrore di non riuscire a dimostrare un'attività durante un controllo.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 'revisore' invisibile che ti guarda le spalle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Bot controllano che ogni virgola sia perfetta prima di inviare dati.</a:t>
            </a:r>
          </a:p>
          <a:p>
            <a:r>
              <a:t>Riparano dimenticanze o anomalie in totale autonomia preventiva.</a:t>
            </a:r>
          </a:p>
          <a:p>
            <a:r>
              <a:t>Zero documenti respinti in cantiere a causa di sviste umane.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Riportiamo l'intelligenza umana dove serve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Lascia i lavori ripetitivi e di inserimento dati ai Bot.</a:t>
            </a:r>
          </a:p>
          <a:p>
            <a:r>
              <a:t>Metti in cassaforte l'intero patrimonio storico dei tuoi processi.</a:t>
            </a:r>
          </a:p>
          <a:p>
            <a:r>
              <a:t>Pronto a iniziare? Qual è il lavoro più noioso della tua giornata? Mostracelo e te lo automatizzeremo oggi stesso.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